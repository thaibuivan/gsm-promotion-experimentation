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BÁO CÁO TUẦN 5: UPLIFT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Ước lượng Heterogeneous Treatment Effect và Profit-aware Targeting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1. Tại sao cần Uplift Modeling?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Giải bài toán Ăn thịt Doanh thu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01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Hiệu ứng Cannibalization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Một số user vốn vẫn có nhu cầu đi xe dù không nhận voucher.</a:t>
            </a:r>
          </a:p>
          <a:p>
            <a:r>
              <a:rPr>
                <a:solidFill>
                  <a:srgbClr val="FFFFFF"/>
                </a:solidFill>
              </a:rPr>
              <a:t>• Phát voucher cho nhóm này có thể tạo promotion waste/cannibalization.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Giải pháp Uplift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Ước lượng CATE cho từng user/nhóm user.</a:t>
            </a:r>
          </a:p>
          <a:p>
            <a:r>
              <a:rPr>
                <a:solidFill>
                  <a:srgbClr val="FFFFFF"/>
                </a:solidFill>
              </a:rPr>
              <a:t>• Tìm nhóm có incremental response cao hơn khi nhận voucher.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460100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2. Simplified R-Learner-style và phân phối CATE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Ước lượng treatment effect dị thể ở cấp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Simplified R-Learner-style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FFFFFF"/>
                </a:solidFill>
              </a:rPr>
              <a:t>• Model 1 học m(X), sau đó residualize outcome và treatment.</a:t>
            </a:r>
          </a:p>
          <a:p>
            <a:r>
              <a:rPr lang="vi-VN">
                <a:solidFill>
                  <a:srgbClr val="FFFFFF"/>
                </a:solidFill>
              </a:rPr>
              <a:t>• Model 2 học </a:t>
            </a:r>
            <a:r>
              <a:rPr lang="el-GR">
                <a:solidFill>
                  <a:srgbClr val="FFFFFF"/>
                </a:solidFill>
              </a:rPr>
              <a:t>τ(</a:t>
            </a:r>
            <a:r>
              <a:rPr lang="vi-VN">
                <a:solidFill>
                  <a:srgbClr val="FFFFFF"/>
                </a:solidFill>
              </a:rPr>
              <a:t>X); chưa dùng cross-fitting nên không gọi là full DML.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Biểu đồ Phân phối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• Mean CATE dự báo = 0,955 chuyến/30 ngày.</a:t>
            </a:r>
          </a:p>
          <a:p>
            <a:r>
              <a:rPr lang="en-US">
                <a:solidFill>
                  <a:srgbClr val="FFFFFF"/>
                </a:solidFill>
              </a:rPr>
              <a:t>• Phân phối rộng cho thấy response khác nhau giữa các khách hàng.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1" name="CATE Distribution - Current Snapshot" descr="Biểu đồ nguồn: notebook và report trong repository">
            <a:extLst>
              <a:ext uri="{FF2B5EF4-FFF2-40B4-BE49-F238E27FC236}">
                <a16:creationId xmlns:a16="http://schemas.microsoft.com/office/drawing/2014/main" id="{E24C2B42-7D49-4622-95DA-2C1DE5A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91599"/>
            <a:ext cx="4206240" cy="2336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820769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 lang="en-US">
                <a:solidFill>
                  <a:srgbClr val="FFFFFF"/>
                </a:solidFill>
              </a:rPr>
              <a:t>3. Qini: Mô hình xếp hạng khách hàng tốt đến đâu?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53288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Ranking tốt hơn ngẫu nhiên trên cùng held-out test set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Đường cong Qini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FFFFFF"/>
                </a:solidFill>
              </a:rPr>
              <a:t>• Qini đo chất lượng xếp hạng incremental response.</a:t>
            </a:r>
          </a:p>
          <a:p>
            <a:r>
              <a:rPr lang="vi-VN">
                <a:solidFill>
                  <a:srgbClr val="FFFFFF"/>
                </a:solidFill>
              </a:rPr>
              <a:t>• Snapshot đã khóa: Qini Coef = 0,188 trên 4.000 khách hàng.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luận 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FFFFFF"/>
                </a:solidFill>
              </a:rPr>
              <a:t>• Champion có tín hiệu ranking hữu ích so với random.</a:t>
            </a:r>
          </a:p>
          <a:p>
            <a:r>
              <a:rPr lang="vi-VN">
                <a:solidFill>
                  <a:srgbClr val="FFFFFF"/>
                </a:solidFill>
              </a:rPr>
              <a:t>• Scale CATE chưa hiệu chỉnh hoàn hảo; cần đọc cùng calibration và policy value.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1" name="Qini Curve - Frozen Champion Snapshot" descr="Biểu đồ nguồn: notebook và report trong repository">
            <a:extLst>
              <a:ext uri="{FF2B5EF4-FFF2-40B4-BE49-F238E27FC236}">
                <a16:creationId xmlns:a16="http://schemas.microsoft.com/office/drawing/2014/main" id="{34DEA4B9-8EE6-E380-105A-738A9703C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88721"/>
            <a:ext cx="4206240" cy="23373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31363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4. Từ CATE sang Profit Targeting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617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Quy tắc quyết định: chỉ phát voucher khi EV &gt; 0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Quyết định phát mã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>
                <a:solidFill>
                  <a:srgbClr val="FFFFFF"/>
                </a:solidFill>
              </a:rPr>
              <a:t>• EV = incremental margin - expected voucher burn.</a:t>
            </a:r>
          </a:p>
          <a:p>
            <a:r>
              <a:rPr lang="vi-VN">
                <a:solidFill>
                  <a:srgbClr val="FFFFFF"/>
                </a:solidFill>
              </a:rPr>
              <a:t>• CATE cao chưa chắc có lời; target chỉ khi EV &gt; 0.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Tỷ lệ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• Chọn 888/4.000 khách hàng (22,2%).</a:t>
            </a:r>
          </a:p>
          <a:p>
            <a:r>
              <a:rPr lang="en-US">
                <a:solidFill>
                  <a:srgbClr val="FFFFFF"/>
                </a:solidFill>
              </a:rPr>
              <a:t>• Predicted profit: $7,939; synthetic benchmark: $7,060.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1" name="Profit Targeting Share - Current Snapshot" descr="Biểu đồ nguồn: notebook và report trong repository">
            <a:extLst>
              <a:ext uri="{FF2B5EF4-FFF2-40B4-BE49-F238E27FC236}">
                <a16:creationId xmlns:a16="http://schemas.microsoft.com/office/drawing/2014/main" id="{12C9C853-50F1-4477-5213-7C15EACE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340" y="2286000"/>
            <a:ext cx="3223561" cy="3559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44148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5. Công thức quyết định theo Expected Value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65825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Giả định sandbox: voucher 15% không cap, contribution margin 70%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Expected Value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• EV_i = CATE_i x margin_per_ride_i - Yhat_i(1) x voucher_cost_per_ride_i.</a:t>
            </a:r>
          </a:p>
          <a:p>
            <a:r>
              <a:rPr lang="en-US">
                <a:solidFill>
                  <a:srgbClr val="FFFFFF"/>
                </a:solidFill>
              </a:rPr>
              <a:t>• Chỉ phát khi EV_i &gt; 0 theo assumptions hiện tại.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• Uplift cao vẫn có thể lỗ nếu baseline rides và promotion burn lớn.</a:t>
            </a:r>
          </a:p>
          <a:p>
            <a:r>
              <a:rPr lang="en-US">
                <a:solidFill>
                  <a:srgbClr val="FFFFFF"/>
                </a:solidFill>
              </a:rPr>
              <a:t>• Budget policy dùng greedy heuristic, không phải exact knapsack.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6. Đề xuất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Simulation Evidence → Real-world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1. Profit-based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Trong synthetic sandbox, ưu tiên users có Expected Incremental Profit &gt;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2. Residual model ranking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• Dùng simplified R-Learner-style để xếp hạng response.</a:t>
            </a:r>
          </a:p>
          <a:p>
            <a:r>
              <a:rPr lang="en-US">
                <a:solidFill>
                  <a:srgbClr val="FFFFFF"/>
                </a:solidFill>
              </a:rPr>
              <a:t>• Qini Coef = 0,188 trên frozen snapshot.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3. Validation tiếp theo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Kết quả hiện là simulation evidence; real policy cần randomized experiment trên data GSM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637</Words>
  <Application>Microsoft Office PowerPoint</Application>
  <PresentationFormat>On-screen Show (4:3)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Bui Van Thai</cp:lastModifiedBy>
  <cp:revision>3</cp:revision>
  <dcterms:created xsi:type="dcterms:W3CDTF">2013-01-27T09:14:16Z</dcterms:created>
  <dcterms:modified xsi:type="dcterms:W3CDTF">2026-08-20T03:53:20Z</dcterms:modified>
  <cp:category/>
</cp:coreProperties>
</file>