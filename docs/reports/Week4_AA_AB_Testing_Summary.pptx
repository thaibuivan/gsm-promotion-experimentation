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BÁO CÁO TUẦN 4: A/A &amp; A/B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840480"/>
            <a:ext cx="1828800" cy="457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defRPr sz="1800">
                <a:solidFill>
                  <a:srgbClr val="38BDF8"/>
                </a:solidFill>
                <a:latin typeface="Segoe UI"/>
              </a:defRPr>
            </a:pPr>
            <a:r>
              <a:t>Kiểm định Độ tin cậy &amp; Trustworthiness Checklist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1. Tầm quan trọng của A/A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Sanity Check Cốt lõi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01 / 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Môi trường Giả dược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Chạy thử nghiệm trên 2 nhóm hoàn toàn giống nhau (Không nhóm nào nhận Voucher).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Nhiệm vụ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Kiểm chứng Engine phân bổ ngẫu nhiên (Randomization) hoạt động hoàn hảo, không tạo ra sự chênh lệch 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2. Kiểm tra Covariate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Sự cân bằng của các Đặc tính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02 / 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56616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37490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Phân phối Đồng đều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374904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Các đặc tính (Tuổi, Giới tính, Khu vực, Lịch sử) giữa 2 nhóm A/A gần như trùng khớp hoàn toàn.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35661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7490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Đánh giá SRM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374904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Hệ thống đo lường Covariate Balance bằng SMD (Standardized Mean Difference) và vượt qua SRM, tỷ lệ chia luôn duy trì ở mức 50.0/50.0.</a:t>
            </a:r>
          </a:p>
        </p:txBody>
      </p:sp>
      <p:pic>
        <p:nvPicPr>
          <p:cNvPr id="19" name="Picture 18" descr="smd_plot_styl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286000"/>
            <a:ext cx="420624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3. Kháng lỗi Dương tính giả (False Positives)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Mô phỏng Monte Carlo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03 / 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t>5.000 Vòng lặp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Thực hiện chạy A/A Test ngẫu nhiên 5.000 lần để kiểm tra độ ổn định của hệ thống.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Tỷ lệ False Positive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• FPR = 5.08% (KS-test P-value=0.5691). Monte Carlo Stress Test 1.000 vòng xác nhận OLS HC1 Bias = gần 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1. Nền tảng Thống kê (Frequentist Testing)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Kiểm định Giả thuyết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01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FFB800"/>
                </a:solidFill>
                <a:latin typeface="Segoe UI"/>
              </a:defRPr>
            </a:pPr>
            <a:r>
              <a:rPr dirty="0" err="1"/>
              <a:t>Giả</a:t>
            </a:r>
            <a:r>
              <a:rPr dirty="0"/>
              <a:t> </a:t>
            </a:r>
            <a:r>
              <a:rPr dirty="0" err="1"/>
              <a:t>thuyết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(H0)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Giả định rằng Voucher không tạo ra sự khác biệt nào giữa 2 nhóm (Tác động = 0).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P-value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Đại diện cho xác suất thu được chênh lệch do ngẫu nhiên.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Ngưỡng Alpha = 0.05 là tiêu chuẩn để bác bỏ H0.</a:t>
            </a:r>
          </a:p>
        </p:txBody>
      </p:sp>
    </p:spTree>
    <p:extLst>
      <p:ext uri="{BB962C8B-B14F-4D97-AF65-F5344CB8AC3E}">
        <p14:creationId xmlns:p14="http://schemas.microsoft.com/office/powerpoint/2010/main" val="1135580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2. Hai Tiêu chí Đánh giá Độc lập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Sanity vs OEC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02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F472B6"/>
                </a:solidFill>
                <a:latin typeface="Segoe UI"/>
              </a:defRPr>
            </a:pPr>
            <a:r>
              <a:rPr dirty="0"/>
              <a:t>Sanity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Kiểm tra độ cân bằng hệ thống (Sample Ratio, Covariates).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Kỳ vọng P-value &gt; 0.05 (Không bác bỏ H0) để chứng minh hệ thống không bị lệch.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OEC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Đo lường tác động lên chỉ số cốt lõi (Incremental Rides).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Kỳ vọng P-value &lt; 0.05 (Bác bỏ H0) để chứng minh Voucher có hiệu quả.</a:t>
            </a:r>
          </a:p>
        </p:txBody>
      </p:sp>
    </p:spTree>
    <p:extLst>
      <p:ext uri="{BB962C8B-B14F-4D97-AF65-F5344CB8AC3E}">
        <p14:creationId xmlns:p14="http://schemas.microsoft.com/office/powerpoint/2010/main" val="1035731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3. Đánh giá Tác động Ban đầu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Chênh lệch giữa Control và Treatment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03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56616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37490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Quan sát trực quan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374904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Biểu đồ cho thấy nhóm được nhận khuyến mãi (Treatment) có sự dịch chuyển tích cực về tần suất đặt xe.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35661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7490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Khẳng định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374904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Bằng chứng ban đầu xác nhận Voucher thực sự tạo ra Tác động Nhân quả (Causal Effect).</a:t>
            </a:r>
          </a:p>
        </p:txBody>
      </p:sp>
      <p:pic>
        <p:nvPicPr>
          <p:cNvPr id="19" name="Picture 18" descr="dist_plot_styl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86000"/>
            <a:ext cx="4206240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403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4. Hồi quy OLS với HC1 (Robust 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Giảm Phương sai + HC1 Robust 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04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56616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37490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Kiểm soát Covariates (Giảm Phương Sai)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374904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OLS đưa lịch sử chuyến đi vào làm Covariate để giảm phương sai (CUPED technique). HC1 xử lý Heteroskedasticity.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00600" y="1828800"/>
            <a:ext cx="35661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60" y="1508760"/>
            <a:ext cx="37490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Tác động Ròng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1874520"/>
            <a:ext cx="374904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ATE = +1.12 chuyến/user (P-value = 2.15e-10). 99% CI: [0.67, 1.57]. Kết quả vững chắc tuyệt đối!</a:t>
            </a:r>
          </a:p>
        </p:txBody>
      </p:sp>
    </p:spTree>
    <p:extLst>
      <p:ext uri="{BB962C8B-B14F-4D97-AF65-F5344CB8AC3E}">
        <p14:creationId xmlns:p14="http://schemas.microsoft.com/office/powerpoint/2010/main" val="946038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5. Khám phá Tác động Dị thể (HTE)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Causal Trees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05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56616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37490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t>Heterogeneous Effect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374904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Suburban Card: ROI +20.7% (Winner). Mass Voucher toàn bộ: Lỗ -$116,338. Chỉ Segment Targeting mang lại lợi nhuận!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356616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7490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Cây Quyết định Nhân quả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374904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Segment Targeting vào Suburban Card mang về +$13,993 lợi nhuận ròng (ROI +20.7%). Minh chứng HTE rõ ràng!</a:t>
            </a:r>
          </a:p>
        </p:txBody>
      </p:sp>
      <p:pic>
        <p:nvPicPr>
          <p:cNvPr id="19" name="Picture 18" descr="w4_new_img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86000"/>
            <a:ext cx="4206240" cy="240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617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756</Words>
  <Application>Microsoft Office PowerPoint</Application>
  <PresentationFormat>On-screen Show (4:3)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Hy Lê</cp:lastModifiedBy>
  <cp:revision>5</cp:revision>
  <dcterms:created xsi:type="dcterms:W3CDTF">2013-01-27T09:14:16Z</dcterms:created>
  <dcterms:modified xsi:type="dcterms:W3CDTF">2026-08-11T01:48:28Z</dcterms:modified>
  <cp:category/>
</cp:coreProperties>
</file>