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BÁO CÁO TIẾN ĐỘ: TỪ DATA ĐẾN A/B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>
                <a:solidFill>
                  <a:srgbClr val="38BDF8"/>
                </a:solidFill>
                <a:latin typeface="Segoe UI"/>
              </a:defRPr>
            </a:pPr>
            <a:r>
              <a:t>Tổng hợp: Mô phỏng Dữ liệu, K-Means &amp; Thử nghiệm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1. Xây dựng Sandbox Dữ liệu (DGP)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Kế thừa từ EDA Tuần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01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Vấn đề Dữ liệu thực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Dữ liệu lịch sử chứa nhiều Bias và tương quan ảo (VD: Giờ cao điểm ít voucher nhưng nhiều chuyến). Không thể dùng để test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Giải pháp Mô phỏng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Tạo ra 20,000 khách hàng ảo với thông số kế thừa từ EDA thật (Avg Fare $17.60). Đây là phòng thí nghiệm hoàn hảo có sẵn Ground Truth.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2. Tích hợp Biến nhiễu &amp; HTE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Tạo ra độ khó cho Mô hình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02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Biến Nhiễu (Confounders)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Đưa yếu tố Giờ cao điểm và Thời tiết vào để tạo ra các tương quan phức tạp như ngoài đời thực.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Hiệu ứng Dị thể (HTE)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Chia khách thành nhóm "Sure-Things" (đằng nào cũng đi) và "Persuadables" (nhạy cảm giá). Mỗi nhóm phản ứng với Voucher một cách khác nhau.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3. Ground Truth (True ITE)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Vũ khí bí mật của Synthetic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03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True 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Vì chúng ta tự tạo ra dữ liệu, chúng ta biết chính xác Tác động nhân quả thực sự của từng khách hàng (Thứ không bao giờ thấy ở đời thực).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Giá trị cốt lõi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True ITE sẽ dùng làm đáp án chuẩn (Benchmark) để kiểm định độ chính xác của các thuật toán Uplift ở những tuần sau.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4. Phân cụm Khách hàng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Lựa chọn Tập mục tiêu bằng 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04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Tiêu chí Chọn vào (Inclusion)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Thay vì phát mass, chỉ nhắm vào nhóm Persuadables (Nhạy cảm giá): Urban Credit Card và Suburban Occasionals.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Tiêu chí Loại trừ (Exclusion)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Khách đi sân bay (Kháng sale) và Khách đi làm giờ cao điểm (Bắt buộc phải đi).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5. Thiết kế Can thiệp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Treatment vs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05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Nhóm Can thiệp (Treatment)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Gửi Push Notification, In-app Banner và tự động áp mã giảm 25% khi thanh toán.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Nhóm Đối chứng (Control)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Không nhận bất cứ thông báo nào. Không chạy chiến dịch đè lên nhau.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6. Hệ thống Chỉ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OEC &amp;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06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Chỉ số Cốt lõi (OEC)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Incremental Rides (Số chuyến đi tăng thêm nhờ Voucher).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Chỉ số Bảo vệ (Guardrails)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Profit Margin (Lợi nhuận không âm). Đảm bảo không bù lỗ vô tội vạ trên từng cuốc xe.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7. Nền tảng Thống kê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Kiểm định Giả thuyết (Frequentist Testing)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07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Giả thuyết Không (H0)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Giả định rằng Voucher không tạo ra sự khác biệt nào giữa 2 nhóm.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P-value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Đại diện cho xác suất thu được chênh lệch do ngẫu nhiên.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Ngưỡng Alpha = 0.05 là tiêu chuẩn để bác bỏ H0.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8. Hai Tiêu chí Đánh giá Độc lập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Sanity vs OEC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08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Sanity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Kiểm tra độ cân bằng hệ thống phân bổ.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Kỳ vọng P-value &gt; 0.05 để chứng minh hệ thống không bị lỗi.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OEC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Đo lường tác động lên chỉ số cốt lõi.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Kỳ vọng P-value &lt; 0.05 để chứng minh Voucher có hiệu quả thật sự.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9. Đánh giá Tác động Ban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Chênh lệch giữa Control và Treatment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09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Quan sát trực quan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Nhóm nhận khuyến mãi (Treatment) có sự dịch chuyển tích cực về số chuyến đi.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Khẳng định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Xác nhận Voucher thực sự tạo ra Tác động Nhân quả (Causal Effect) ở mức độ tổng thể.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10. Kế hoạch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Từ A/B Testing đến Uplift Modeling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10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Giới hạn của A/B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Chỉ trả lời được câu hỏi "Chiến dịch có hiệu quả chung không?", không tối ưu được cho từng cá nhân cụ thể.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Mục tiêu Tuần tới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Huấn luyện Machine Learning (Uplift Model) để trả lời: Đưa Voucher cho khách hàng A hay khách hàng B thì sẽ thu được lợi nhuận cao nhất?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