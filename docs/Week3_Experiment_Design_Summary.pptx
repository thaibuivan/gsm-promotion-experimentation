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25%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Chỉ chọn nhóm Nhạy cảm giá (Persuadables): Suburban Card.</a:t>
            </a:r>
          </a:p>
          <a:p>
            <a: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Khách đi sân bay (Kháng sale) Urban Regulars, và Suburban Cash.</a:t>
            </a:r>
          </a:p>
          <a:p>
            <a:r>
              <a:rPr>
                <a:solidFill>
                  <a:srgbClr val="FFFFFF"/>
                </a:solidFill>
              </a:rPr>
              <a:t>• Khách đã nhận Voucher trong 14 ngày qua.</a:t>
            </a:r>
          </a:p>
        </p:txBody>
      </p:sp>
      <p:pic>
        <p:nvPicPr>
          <p:cNvPr id="19" name="Picture 18" descr="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286000"/>
            <a:ext cx="4206240" cy="2066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25%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Đánh giá Tổng thể (OEC)</a:t>
            </a:r>
          </a:p>
          <a:p>
            <a:r>
              <a:rPr>
                <a:solidFill>
                  <a:srgbClr val="FFFFFF"/>
                </a:solidFill>
              </a:rPr>
              <a:t>• Absolute Uplift (ATE)</a:t>
            </a:r>
          </a:p>
          <a:p>
            <a:r>
              <a:rPr>
                <a:solidFill>
                  <a:srgbClr val="FFFFFF"/>
                </a:solidFill>
              </a:rPr>
              <a:t>• Relative Uplift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Incremental Rides per User (Số chuyến đi tăng thêm trên mỗi User trong vòng 14 ngày).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Bảo vệ Lợi nhuận (Economics)</a:t>
            </a:r>
          </a:p>
          <a:p>
            <a:r>
              <a:rPr>
                <a:solidFill>
                  <a:srgbClr val="FFFFFF"/>
                </a:solidFill>
              </a:rPr>
              <a:t>• Incremental Net Revenue.</a:t>
            </a:r>
          </a:p>
          <a:p>
            <a:r>
              <a:rPr>
                <a:solidFill>
                  <a:srgbClr val="FFFFFF"/>
                </a:solidFill>
              </a:rPr>
              <a:t>• ROI (Đảm bảo tỷ suất sinh lời &gt; 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Profit Margin per Ride (Lợi nhuận không âm).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User Complaint Rate &lt; 2% (Đảm bảo Push không bị đánh dấu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+0.05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Yêu cầu tối thiểu 2,500 users mỗi nhóm.</a:t>
            </a:r>
          </a:p>
          <a:p>
            <a:r>
              <a:rPr>
                <a:solidFill>
                  <a:srgbClr val="FFFFFF"/>
                </a:solidFill>
              </a:rPr>
              <a:t>• Tập dữ liệu hiện có 2,700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elb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