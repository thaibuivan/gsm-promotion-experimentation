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3: EXPERIMENT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Thiết kế Thử nghiệm Kích hoạt Lại Khách hàng Ngủ đông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Bối cảnh &amp; Vấn đề (Rationale)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Nguy cơ Rời bỏ của Regular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Tệp Khách hàng Giá trị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Regular Users (4-6 chuyến/tháng) là tệp có giá trị nhất nhưng dễ rơi vào trạng thái "Ngủ đông" sau 5-10 ngày không mở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Vấn đề của Chiến dịch Cũ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đại trà (Time-based) gây ra hiệu ứng Cannibalization (Tặng tiền cho người vốn đã định đặt xe).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Chuyển sang nhắm mục tiêu theo phân khúc (User-segment-based) để tối ưu hóa ngân sách và đo lường Causal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Giả thuyết &amp; Estimand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Định lượng Tác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 thuyết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Gửi Push Notification kèm Voucher 25% sẽ phá vỡ "quán tính" của khách hàng, kích thích họ mở app và đặt xe trở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ATE (Average Treatment Effect)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Sự chênh lệch số chuyến đi trung bình/user trong 14 ngày giữa nhóm nhận Voucher và nhóm Không nhận.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Tập Mục tiêu (Target Population)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Lựa chọn Dựa trên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Tiêu chí Chọn vào (Inclusion)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chọn nhóm Nhạy cảm giá (Persuadables): Urban Credit Card và Suburban Occasionals.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Đã ngủ đông từ 5-14 ngày.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Tiêu chí Loại trừ (Exclusion)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Khách đi sân bay (Kháng sale) và Khách đi làm giờ cao điểm (Bắt buộc phải đi).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Khách đã nhận Voucher trong 14 ngày qua.</a:t>
            </a:r>
          </a:p>
        </p:txBody>
      </p:sp>
      <p:pic>
        <p:nvPicPr>
          <p:cNvPr id="19" name="Picture 18" descr="week3_segmentatio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0667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Thiết kế Can thiệp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Nhóm Can thiệp (Treatment)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gửi Push Notification cá nhân hóa.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Hiển thị In-app Banner nhắc nhở.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Tự động áp mã giảm 25% khi thanh toán.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Nhóm Đối chứng (Control)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nhận thông báo, không có Banner.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chạy bất kỳ chiến dịch nào song song để tránh lây nhiễm.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Hệ thống Chỉ số Đánh giá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Metrics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Chỉ số Cốt lõi (OEC)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Incremental Rides per User (Số chuyến đi tăng thêm trên mỗi User trong vòng 14 ngày).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Chỉ số Bảo vệ (Guardrails)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Profit Margin per Ride (Lợi nhuận không âm).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User Complaint Rate &lt; 2% (Đảm bảo Push không bị đánh dấu Spam).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Cỡ mẫu &amp; Power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Đảm bảo Ý nghĩa Thống kê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Thông số 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Statistical Power: 80%.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Mức Ý nghĩa (Alpha): 5%.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Minimum Detectable Effect (MDE): +0.05 chuyến/user.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Yêu cầu tối thiểu 2,500 users mỗi nhóm.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Tập dữ liệu hiện có 6,600 users, hoàn toàn vượt qua bài kiểm 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7. Biến Nhiễu &amp; Luật Quyết định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Bảo vệ Tính toàn vẹn của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Confounders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Phân bổ ngẫu nhiên theo tầng (Stratified Randomization) để cân bằng các biến nhiễu như: Loại khách, Khu vực sống.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Luật Ra Quyết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Thí nghiệm thành công khi: P-value &lt; 0.05 VÀ Incremental Rides &gt; MDE VÀ Lợi nhuận Margin Dương.</a:t>
            </a:r>
          </a:p>
        </p:txBody>
      </p:sp>
      <p:pic>
        <p:nvPicPr>
          <p:cNvPr id="19" name="Picture 18" descr="week3_segmentation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338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