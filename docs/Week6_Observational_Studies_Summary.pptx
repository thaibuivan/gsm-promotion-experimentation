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BÁO CÁO TUẦN 6: OBSERVATIONAL STUDIES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>
                <a:solidFill>
                  <a:srgbClr val="38BDF8"/>
                </a:solidFill>
                <a:latin typeface="Segoe UI"/>
              </a:defRPr>
            </a:pPr>
            <a:r>
              <a:t>Phân tích Dữ liệu Quan sát &amp; Hiệu chỉnh Sai lệch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1. Thách thức của Dữ liệu Lịch sử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Confounding Bias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01 / 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Rào cản Khách quan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Không phải lúc nào cũng có thể chạy A/B Test (Do chi phí cao hoặc ràng buộc đạo đức).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Vấn đề của Dữ liệu Cũ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Dữ liệu quan sát (Observational Data) bị nhiễu nặng nề bởi các Biến Ngoại Lai (Confounders).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2. Kỹ thuật Ghép Cặp (PSM)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Propensity Score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02 / 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Nguyên lý Hoạt động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Xác định xác suất (Propensity Score) một user nhận được khuyến mãi dựa trên đặc tính cá nhân.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Thiết lập Giả lập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Ghép cặp (Matching) những user có điểm số tương đồng để tạo ra một môi trường Pseudo-Experiment (Thử nghiệm Giả lập).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3. Phương pháp Hiệu chỉnh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Adjustment &amp; Trọng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03 / 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Covariate Adjustment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Sử dụng mô hình thống kê để loại bỏ ảnh hưởng của các biến nhiễu ra khỏi kết quả cuối cùng.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Inverse Probability Weighting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Đánh trọng số lại cho các quan sát để tái tạo một quần thể cân bằng, ước lượng chính xác tác động nhân quả.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