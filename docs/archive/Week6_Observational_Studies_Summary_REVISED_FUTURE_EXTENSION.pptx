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>
                <a:solidFill>
                  <a:srgbClr val="FFFFFF"/>
                </a:solidFill>
              </a:rPr>
              <a:t>FUTURE EXTENSION: OBSERVATIONAL CAUSAL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Khi không có randomized experiment đầy đủ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1. Thách thức của Dữ liệu Quan sát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Confounding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01 /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Rào cản Khách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Không phải lúc nào cũng có randomized A/B test đầy đủ vì chi phí, coverage hoặc ràng buộc vận hành.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Vấn đề của Dữ liệu Cũ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Treatment assignment trong dữ liệu quan sát thường không ngẫu nhiên và có thể bị confounding.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2. Kỹ thuật Ghép Cặp (PSM)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Propensity Score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02 /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Nguyên lý Hoạt động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• Xác định xác suất (Propensity Score) một user nhận được khuyến mãi dựa trên đặc tính cá nhân.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Thiết lập Giả lập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Matching các user có propensity score tương đồng để giảm observed confounding.</a:t>
            </a:r>
          </a:p>
          <a:p>
            <a:r>
              <a:rPr>
                <a:solidFill>
                  <a:srgbClr val="FFFFFF"/>
                </a:solidFill>
              </a:rPr>
              <a:t>• Cần assumptions như no unmeasured confounding và overlap.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3. Phương pháp Hiệu chỉnh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Adjustment &amp; Trọng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03 /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Covariate Adjustment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Điều chỉnh observed pre-treatment covariates trong mô hình outcome/treatment effect.</a:t>
            </a:r>
          </a:p>
          <a:p>
            <a:r>
              <a:rPr>
                <a:solidFill>
                  <a:srgbClr val="FFFFFF"/>
                </a:solidFill>
              </a:rPr>
              <a:t>• Không loại bỏ được unobserved confounding.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Inverse Probability Weighting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Đánh trọng số theo xác suất nhận treatment để tái cân bằng observed covariates.</a:t>
            </a:r>
          </a:p>
          <a:p>
            <a:r>
              <a:rPr>
                <a:solidFill>
                  <a:srgbClr val="FFFFFF"/>
                </a:solidFill>
              </a:rPr>
              <a:t>• Causal interpretation cần positivity, correct model và không có hidden confounders.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