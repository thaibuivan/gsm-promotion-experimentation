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>
                <a:solidFill>
                  <a:srgbClr val="FFFFFF"/>
                </a:solidFill>
              </a:rPr>
              <a:t>BÁO CÁO TUẦN 6: FINAL INTEGRATION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Tổng hợp Experimentation → Uplift → Policy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1. Tóm tắt Tiến độ Cuối kỳ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Synthetic Experimentation Sandbox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01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Sự thật Bất ngờ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Pipeline đã kết nối Data Foundation → A/A &amp; A/B → Heterogeneous Response → Policy Evaluation.</a:t>
            </a:r>
          </a:p>
          <a:p>
            <a:r>
              <a:rPr>
                <a:solidFill>
                  <a:srgbClr val="FFFFFF"/>
                </a:solidFill>
              </a:rPr>
              <a:t>• Kết quả hiện là synthetic sandbox evidence, không phải GSM production estimates.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Thay đổi Chiến lược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Mass Voucher có thể tạo incremental rides nhưng economics âm.</a:t>
            </a:r>
          </a:p>
          <a:p>
            <a:r>
              <a:rPr>
                <a:solidFill>
                  <a:srgbClr val="FFFFFF"/>
                </a:solidFill>
              </a:rPr>
              <a:t>• Profit-aware targeting chuyển câu hỏi sang: ai tạo value lớn hơn cost?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2. Từ Segmentation đến Persona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Behavioral Personas cho Segment-level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02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Nhóm Đi làm (Commuters)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Week 3 explored PCA + K-Means để khám phá cấu trúc hành vi.</a:t>
            </a:r>
          </a:p>
          <a:p>
            <a:r>
              <a:rPr>
                <a:solidFill>
                  <a:srgbClr val="FFFFFF"/>
                </a:solidFill>
              </a:rPr>
              <a:t>• Final dashboard dùng stable behavioral persona labels.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Nhóm Tự do (Occasionals)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Personas hỗ trợ segment-level interpretation.</a:t>
            </a:r>
          </a:p>
          <a:p>
            <a:r>
              <a:rPr>
                <a:solidFill>
                  <a:srgbClr val="FFFFFF"/>
                </a:solidFill>
              </a:rPr>
              <a:t>• Uplift/policy layer mới trả lời treatment response và economics.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3. Experiment Evidence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A/A → Experiment Health → A/B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03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Can thiệp (Treatment)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Unit of randomization: user.</a:t>
            </a:r>
          </a:p>
          <a:p>
            <a:r>
              <a:rPr>
                <a:solidFill>
                  <a:srgbClr val="FFFFFF"/>
                </a:solidFill>
              </a:rPr>
              <a:t>• Outcome horizon: 30 days.</a:t>
            </a:r>
          </a:p>
          <a:p>
            <a:r>
              <a:rPr>
                <a:solidFill>
                  <a:srgbClr val="FFFFFF"/>
                </a:solidFill>
              </a:rPr>
              <a:t>• Voucher/economics parameters lấy từ config hiện tại.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Đo lường OEC &amp; 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SRM, SMD và A/A 5,000 simulations được dùng trước khi đọc A/B result.</a:t>
            </a:r>
          </a:p>
          <a:p>
            <a:r>
              <a:rPr>
                <a:solidFill>
                  <a:srgbClr val="FFFFFF"/>
                </a:solidFill>
              </a:rPr>
              <a:t>• A/B tách statistical effect và business translation.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4. A/B Result: Effect ≠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Mass Voucher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04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Kết quả Đo lường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Voucher tạo positive average treatment effect trong synthetic experiment.</a:t>
            </a:r>
          </a:p>
          <a:p>
            <a:r>
              <a:rPr>
                <a:solidFill>
                  <a:srgbClr val="FFFFFF"/>
                </a:solidFill>
              </a:rPr>
              <a:t>• Effect được đo bằng incremental rides trong 30 ngày.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Cannibalization (Ăn thịt doanh thu)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Positive ATE không đồng nghĩa positive ROI.</a:t>
            </a:r>
          </a:p>
          <a:p>
            <a:r>
              <a:rPr>
                <a:solidFill>
                  <a:srgbClr val="FFFFFF"/>
                </a:solidFill>
              </a:rPr>
              <a:t>• Mass targeting có burn lớn và có thể không bù được incremental contribution.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5. Policy Layer: Profit-aware Targeting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R-Learner + Expected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05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Bùng nổ Nhu cầu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Week 5 chuyển từ ATE sang Conditional Treatment Effect.</a:t>
            </a:r>
          </a:p>
          <a:p>
            <a:r>
              <a:rPr>
                <a:solidFill>
                  <a:srgbClr val="FFFFFF"/>
                </a:solidFill>
              </a:rPr>
              <a:t>• Model cho thấy positive ranking signal nhưng calibration level vẫn imperfect.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Super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Profit Targeting chọn 888/4,000 users (22.2%).</a:t>
            </a:r>
          </a:p>
          <a:p>
            <a:r>
              <a:rPr>
                <a:solidFill>
                  <a:srgbClr val="FFFFFF"/>
                </a:solidFill>
              </a:rPr>
              <a:t>• Predicted Profit ≈ $7.9k; Synthetic Benchmark ≈ $7.1k; Oracle ≈ $10.8k.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6. Lộ trình Validation Kế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Từ Sandbox sang Real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06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24079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1. Freeze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Giữ source of truth tại pipeline, dashboard và active technical docs.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2360" y="2194560"/>
            <a:ext cx="24079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092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2. Real-world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92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Nếu có production data, cần randomized experiment, exposure logging và metric definitions chính thức.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32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7480" y="2194560"/>
            <a:ext cx="2407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3.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Theo dõi SRM, balance, uplift ranking, profit value và policy regret trước khi mở rộng.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