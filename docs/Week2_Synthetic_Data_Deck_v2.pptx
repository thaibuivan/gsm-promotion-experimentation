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Mô phỏng 20,000 khách hàng — tham số kế thừa từ EDA T1 (Avg Fare $17.60, Median $13.50)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Avg Fare = $17.60 (EDA T1).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giờ cao điểm — xác suất kế thừa từ EDA 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F1C"/>
                </a:solidFill>
              </a:rPr>
              <a:t>ITE = 2.0 (Base)  −  1.5 × is_airport  −  1.0 × is_rush_hour  +  1.0 × (1 − is_urban)  +  0.5 × is_rain_rider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Airport Business  →  ITE ≈ +0.5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ra sân bay bắt buộc phải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Voucher là tiền vứt qua cửa sổ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Cash (Rush Hour)  →  ITE ≈ +1.0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Đi làm hàng ngày, dù không có mã vẫn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Cannibalization Effect cực cao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Rain Riders  →  ITE ≈ +1.5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Nhu cầu phát sinh từ thời tiết, không phải giá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Suburban Occasionals  →  ITE ≈ +3.0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ngoại ô, ít đi xe vì không có mã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Voucher thực sự kéo họ ra đường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Credit Card  →  ITE ≈ +2.5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đi chơi cuối tuần, nhạy cảm với giá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ROI dương trong kết quả A/B Test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Urban Cash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Urban Credit Card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Suburban Occasionals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⬛ Thiết kế SCM, gài luật HTE vào Raw Features, tạo Ground Truth + Kiểm định Covariate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