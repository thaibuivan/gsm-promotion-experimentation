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5: A/A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Kiểm định Độ tin cậy &amp; Trustworthiness Checklist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Tầm quan trọng của A/A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Check Cốt lõi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Môi trường Giả dược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Chạy thử nghiệm trên 2 nhóm hoàn toàn giống nhau (Không nhóm nào nhận Voucher).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Nhiệm vụ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chứng Engine phân bổ ngẫu nhiên (Randomization) hoạt động hoàn hảo, không tạo ra sự chênh lệch 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Kiểm tra Covariate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Sự cân bằng của các Đặc tính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Phân phối Đồng đều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Các đặc tính (Tuổi, Giới tính, Khu vực, Lịch sử) giữa 2 nhóm A/A gần như trùng khớp hoàn toàn.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Đánh giá SRM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Hệ thống vượt qua kiểm định Sample Ratio Mismatch, tỷ lệ chia luôn duy trì ở mức 50.0/50.0.</a:t>
            </a:r>
          </a:p>
        </p:txBody>
      </p:sp>
      <p:pic>
        <p:nvPicPr>
          <p:cNvPr id="19" name="Picture 18" descr="week5_aa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33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Kháng lỗi Dương tính giả (False Positives)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Mô phỏng Monte Carlo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5.000 Vòng lặp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Thực hiện chạy A/A Test ngẫu nhiên 5.000 lần để kiểm tra độ ổn định của hệ thống.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Tỷ lệ False Positive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Tỷ lệ hệ thống kết luận nhầm "Có khác biệt" duy trì ở mức ~4.80% (Sát với ngưỡng lý tưởng 5%).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Nền tảng Thống kê (Frequentist Testing)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Kiểm định Giả thuyết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Giả thuyết Không (H0)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Giả định rằng Voucher không tạo ra sự khác biệt nào giữa 2 nhóm (Tác động = 0).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P-value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Đại diện cho xác suất thu được chênh lệch do ngẫu nhiên.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Ngưỡng Alpha = 0.05 là tiêu chuẩn để bác bỏ H0.</a:t>
            </a:r>
          </a:p>
        </p:txBody>
      </p:sp>
    </p:spTree>
    <p:extLst>
      <p:ext uri="{BB962C8B-B14F-4D97-AF65-F5344CB8AC3E}">
        <p14:creationId xmlns:p14="http://schemas.microsoft.com/office/powerpoint/2010/main" val="113558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Hai Tiêu chí Đánh giá Độc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vs OEC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Sanity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tra độ cân bằng hệ thống (Sample Ratio, Covariates).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&gt; 0.05 (Không bác bỏ H0) để chứng minh hệ thống không bị lệch.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OEC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Đo lường tác động lên chỉ số cốt lõi (Incremental Rides).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&lt; 0.05 (Bác bỏ H0) để chứng minh Voucher có hiệu quả.</a:t>
            </a:r>
          </a:p>
        </p:txBody>
      </p:sp>
    </p:spTree>
    <p:extLst>
      <p:ext uri="{BB962C8B-B14F-4D97-AF65-F5344CB8AC3E}">
        <p14:creationId xmlns:p14="http://schemas.microsoft.com/office/powerpoint/2010/main" val="1035731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Đánh giá Tác động Ban đầu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Chênh lệch giữa Control và Treatment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Quan sát trực quan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Biểu đồ cho thấy nhóm được nhận khuyến mãi (Treatment) có sự dịch chuyển tích cực về tần suất đặt xe.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Khẳng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Bằng chứng ban đầu xác nhận Voucher thực sự tạo ra Tác động Nhân quả (Causal Effect).</a:t>
            </a:r>
          </a:p>
        </p:txBody>
      </p:sp>
      <p:pic>
        <p:nvPicPr>
          <p:cNvPr id="19" name="Picture 18" descr="week4_ab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27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403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Phân tích Hồi quy Tuyến tính (OLS)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Đo lường Net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Covariates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Hồi quy OLS cho phép cô lập tác động của Voucher khỏi các biến nhiễu ngoại cảnh (Thời tiết, Vị trí).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Tác động Ròng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số Uplift đo lường được là chính xác tuyệt đối, loại bỏ sự may mắn ngẫu nhiên.</a:t>
            </a:r>
          </a:p>
        </p:txBody>
      </p:sp>
      <p:pic>
        <p:nvPicPr>
          <p:cNvPr id="19" name="Picture 18" descr="week4_ab_test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34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3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Khám phá Tác động Dị thể (HTE)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Causal Trees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Heterogeneous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Tác động của Voucher không phân bổ đều. Sẽ có nhóm cực kỳ nhạy cảm và nhóm hoàn toàn thờ 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Cây Quyết định Nhân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Thuật toán tự động tìm ra các nhánh (Segments) có CATE (Conditional ATE) cao nhất để nhắm mục tiêu.</a:t>
            </a:r>
          </a:p>
        </p:txBody>
      </p:sp>
      <p:pic>
        <p:nvPicPr>
          <p:cNvPr id="19" name="Picture 18" descr="week4_ab_test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40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617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752</Words>
  <Application>Microsoft Office PowerPoint</Application>
  <PresentationFormat>On-screen Show (4:3)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 Lê</cp:lastModifiedBy>
  <cp:revision>2</cp:revision>
  <dcterms:created xsi:type="dcterms:W3CDTF">2013-01-27T09:14:16Z</dcterms:created>
  <dcterms:modified xsi:type="dcterms:W3CDTF">2026-08-10T12:47:17Z</dcterms:modified>
  <cp:category/>
</cp:coreProperties>
</file>