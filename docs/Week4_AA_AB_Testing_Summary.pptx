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t>BÁO CÁO TUẦN 4: A/A &amp; A/B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• </a:t>
            </a:r>
            <a:r>
              <a:rPr dirty="0" err="1">
                <a:solidFill>
                  <a:schemeClr val="bg1"/>
                </a:solidFill>
              </a:rPr>
              <a:t>Tỷ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lệ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hệ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thống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kết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luận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nhầm</a:t>
            </a:r>
            <a:r>
              <a:rPr dirty="0">
                <a:solidFill>
                  <a:schemeClr val="bg1"/>
                </a:solidFill>
              </a:rPr>
              <a:t> "</a:t>
            </a:r>
            <a:r>
              <a:rPr dirty="0" err="1">
                <a:solidFill>
                  <a:schemeClr val="bg1"/>
                </a:solidFill>
              </a:rPr>
              <a:t>Có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khác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biệt</a:t>
            </a:r>
            <a:r>
              <a:rPr dirty="0">
                <a:solidFill>
                  <a:schemeClr val="bg1"/>
                </a:solidFill>
              </a:rPr>
              <a:t>" </a:t>
            </a:r>
            <a:r>
              <a:rPr dirty="0" err="1">
                <a:solidFill>
                  <a:schemeClr val="bg1"/>
                </a:solidFill>
              </a:rPr>
              <a:t>duy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trì</a:t>
            </a:r>
            <a:r>
              <a:rPr dirty="0">
                <a:solidFill>
                  <a:schemeClr val="bg1"/>
                </a:solidFill>
              </a:rPr>
              <a:t> ở </a:t>
            </a:r>
            <a:r>
              <a:rPr dirty="0" err="1">
                <a:solidFill>
                  <a:schemeClr val="bg1"/>
                </a:solidFill>
              </a:rPr>
              <a:t>mức</a:t>
            </a:r>
            <a:r>
              <a:rPr dirty="0">
                <a:solidFill>
                  <a:schemeClr val="bg1"/>
                </a:solidFill>
              </a:rPr>
              <a:t> ~4.80% (</a:t>
            </a:r>
            <a:r>
              <a:rPr dirty="0" err="1">
                <a:solidFill>
                  <a:schemeClr val="bg1"/>
                </a:solidFill>
              </a:rPr>
              <a:t>Sát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với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ngưỡng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lý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tưởng</a:t>
            </a:r>
            <a:r>
              <a:rPr dirty="0">
                <a:solidFill>
                  <a:schemeClr val="bg1"/>
                </a:solidFill>
              </a:rPr>
              <a:t> 5%.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sz="1400"/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sz="1400"/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sz="1400"/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sz="1400"/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A9759F-5050-24D0-A001-29BA7BDA5A2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AD519B0-8F8B-01DF-1E79-B51A188B540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0D0333D-6384-F0B1-512C-C382D38DF8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752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5</cp:revision>
  <dcterms:created xsi:type="dcterms:W3CDTF">2013-01-27T09:14:16Z</dcterms:created>
  <dcterms:modified xsi:type="dcterms:W3CDTF">2026-08-11T00:44:00Z</dcterms:modified>
  <cp:category/>
</cp:coreProperties>
</file>