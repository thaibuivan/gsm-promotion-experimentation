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3" r:id="rId7"/>
    <p:sldId id="264" r:id="rId8"/>
    <p:sldId id="265" r:id="rId9"/>
    <p:sldId id="266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BÁO CÁO TUẦN 5: A/A TESTING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840480"/>
            <a:ext cx="1828800" cy="457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023360"/>
            <a:ext cx="8229600" cy="914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800">
                <a:solidFill>
                  <a:srgbClr val="38BDF8"/>
                </a:solidFill>
                <a:latin typeface="Segoe UI"/>
              </a:defRPr>
            </a:pPr>
            <a:r>
              <a:t>Kiểm định Độ tin cậy &amp; Trustworthiness Checklist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1. Tầm quan trọng của A/A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Sanity Check Cốt lõi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01 / 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Môi trường Giả dược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Chạy thử nghiệm trên 2 nhóm hoàn toàn giống nhau (Không nhóm nào nhận Voucher).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Nhiệm vụ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Kiểm chứng Engine phân bổ ngẫu nhiên (Randomization) hoạt động hoàn hảo, không tạo ra sự chênh lệch ảo.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2. Kiểm tra Covariate 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Sự cân bằng của các Đặc tính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02 / 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Phân phối Đồng đều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Các đặc tính (Tuổi, Giới tính, Khu vực, Lịch sử) giữa 2 nhóm A/A gần như trùng khớp hoàn toàn.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Đánh giá SRM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Hệ thống vượt qua kiểm định Sample Ratio Mismatch, tỷ lệ chia luôn duy trì ở mức 50.0/50.0.</a:t>
            </a:r>
          </a:p>
        </p:txBody>
      </p:sp>
      <p:pic>
        <p:nvPicPr>
          <p:cNvPr id="19" name="Picture 18" descr="week5_aa_testing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4206240" cy="27330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3. Kháng lỗi Dương tính giả (False Positives)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Mô phỏng Monte Carlo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03 / 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72B6"/>
                </a:solidFill>
                <a:latin typeface="Segoe UI"/>
              </a:defRPr>
            </a:pPr>
            <a:r>
              <a:t>5.000 Vòng lặp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Thực hiện chạy A/A Test ngẫu nhiên 5.000 lần để kiểm tra độ ổn định của hệ thống.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Tỷ lệ False Positive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Tỷ lệ hệ thống kết luận nhầm "Có khác biệt" duy trì ở mức ~4.80% (Sát với ngưỡng lý tưởng 5%).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1. Nền tảng Thống kê (Frequentist Testing)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Kiểm định Giả thuyết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01 / 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Giả thuyết Không (H0)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Giả định rằng Voucher không tạo ra sự khác biệt nào giữa 2 nhóm (Tác động = 0).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P-value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Đại diện cho xác suất thu được chênh lệch do ngẫu nhiên.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Ngưỡng Alpha = 0.05 là tiêu chuẩn để bác bỏ H0.</a:t>
            </a:r>
          </a:p>
        </p:txBody>
      </p:sp>
    </p:spTree>
    <p:extLst>
      <p:ext uri="{BB962C8B-B14F-4D97-AF65-F5344CB8AC3E}">
        <p14:creationId xmlns:p14="http://schemas.microsoft.com/office/powerpoint/2010/main" val="1135580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2. Hai Tiêu chí Đánh giá Độc lập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Sanity vs OEC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02 / 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72B6"/>
                </a:solidFill>
                <a:latin typeface="Segoe UI"/>
              </a:defRPr>
            </a:pPr>
            <a:r>
              <a:t>Sanity Checks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Kiểm tra độ cân bằng hệ thống (Sample Ratio, Covariates).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Kỳ vọng P-value &gt; 0.05 (Không bác bỏ H0) để chứng minh hệ thống không bị lệch.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OEC Evaluation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Đo lường tác động lên chỉ số cốt lõi (Incremental Rides).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Kỳ vọng P-value &lt; 0.05 (Bác bỏ H0) để chứng minh Voucher có hiệu quả.</a:t>
            </a:r>
          </a:p>
        </p:txBody>
      </p:sp>
    </p:spTree>
    <p:extLst>
      <p:ext uri="{BB962C8B-B14F-4D97-AF65-F5344CB8AC3E}">
        <p14:creationId xmlns:p14="http://schemas.microsoft.com/office/powerpoint/2010/main" val="10357319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3. Đánh giá Tác động Ban đầu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Chênh lệch giữa Control và Treatment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03 / 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Quan sát trực quan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Biểu đồ cho thấy nhóm được nhận khuyến mãi (Treatment) có sự dịch chuyển tích cực về tần suất đặt xe.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Khẳng định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Bằng chứng ban đầu xác nhận Voucher thực sự tạo ra Tác động Nhân quả (Causal Effect).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FA9759F-5050-24D0-A001-29BA7BDA5A2D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4206240" cy="2272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4033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4. Phân tích Hồi quy Tuyến tính (OLS)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Đo lường Net Effect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04 / 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Kiểm soát Covariates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Hồi quy OLS cho phép cô lập tác động của Voucher khỏi các biến nhiễu ngoại cảnh (Thời tiết, Vị trí).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Tác động Ròng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Chỉ số Uplift đo lường được là chính xác tuyệt đối, loại bỏ sự may mắn ngẫu nhiên.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AD519B0-8F8B-01DF-1E79-B51A188B5408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4206240" cy="2343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60381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5. Khám phá Tác động Dị thể (HTE)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Causal Trees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05 / 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72B6"/>
                </a:solidFill>
                <a:latin typeface="Segoe UI"/>
              </a:defRPr>
            </a:pPr>
            <a:r>
              <a:t>Heterogeneous Effect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Tác động của Voucher không phân bổ đều. Sẽ có nhóm cực kỳ nhạy cảm và nhóm hoàn toàn thờ ơ.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Cây Quyết định Nhân quả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Thuật toán tự động tìm ra các nhánh (Segments) có CATE (Conditional ATE) cao nhất để nhắm mục tiêu.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A0D0333D-6384-F0B1-512C-C382D38DF8CA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4206240" cy="2402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6177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752</Words>
  <Application>Microsoft Office PowerPoint</Application>
  <PresentationFormat>On-screen Show (4:3)</PresentationFormat>
  <Paragraphs>77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Hy Lê</cp:lastModifiedBy>
  <cp:revision>4</cp:revision>
  <dcterms:created xsi:type="dcterms:W3CDTF">2013-01-27T09:14:16Z</dcterms:created>
  <dcterms:modified xsi:type="dcterms:W3CDTF">2026-08-11T00:40:52Z</dcterms:modified>
  <cp:category/>
</cp:coreProperties>
</file>