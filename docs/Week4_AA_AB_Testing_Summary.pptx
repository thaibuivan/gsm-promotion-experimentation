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t>BÁO CÁO TUẦN 4: A/A &amp; A/B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t>Chứng minh Dữ liệu Thực nghiệm &amp; Phân tích ROI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Hiệu chuẩn Hệ thống (A/A Test)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Kết quả Mô phỏng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Môi trường Giả dược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Chạy thử nghiệm trên 2 nhóm hoàn toàn giống nhau (Không nhóm nào nhận Voucher).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Nhiệm vụ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Kiểm chứng Engine phân bổ ngẫu nhiên (Randomization) hoạt động hoàn hảo, không tạo ra sự chênh lệch 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Kết quả A/B Test (OEC)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Đánh giá Chiến dịch Voucher 15%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Phân phối Đồng đều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Các đặc tính (Tuổi, Giới tính, Khu vực, Lịch sử) giữa 2 nhóm A/A gần như trùng khớp hoàn toàn.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Đánh giá SRM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Hệ thống vượt qua kiểm định Sample Ratio Mismatch, tỷ lệ chia luôn duy trì ở mức 50.0/50.0.</a:t>
            </a:r>
          </a:p>
        </p:txBody>
      </p:sp>
      <p:pic>
        <p:nvPicPr>
          <p:cNvPr id="19" name="Picture 18" descr="week5_aa_testin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2733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ROI Theo Phân Khúc 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Tìm kiếm Sweet Spot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5.000 Vòng lặp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Thực hiện chạy A/A Test ngẫu nhiên 5.000 lần để kiểm tra độ ổn định của hệ thống.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Tỷ lệ False Positive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Tỷ lệ hệ thống kết luận nhầm "Có khác biệt" duy trì ở mức ~4.80% (Sát với ngưỡng lý tưởng 5%).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Kết luận &amp; Điểm yếu của K-Means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Bài học Cốt lõi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04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P-value Uniformity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Giá trị P-value trải dài đều đặn (Uniform Distribution), chứng tỏ hệ thống đo lường không bị lệch (Bias).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Green 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Nền tảng đạt chuẩn quốc tế, hoàn toàn đủ tin cậy để triển khai các chiến dịch A/B Test tốn hàng tỷ đồng.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