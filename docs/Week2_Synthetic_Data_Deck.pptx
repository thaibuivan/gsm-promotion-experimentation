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Real-world Data KHÔNG BAO GIỜ quan sát được ITE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Dữ liệu quan sát bị thiên kiến bởi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Gây ra Spurious Correlation (Tương quan ảo)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Synthetic Data + SCM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Mô phỏng 20,000 khách hàng với Raw Features thực tế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Tạo ra Ground Truth hoàn hảo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</a:t>
            </a:r>
          </a:p>
          <a:p>
            <a:pPr/>
            <a:r>
              <a:rPr sz="1400">
                <a:solidFill>
                  <a:srgbClr val="06D6A0"/>
                </a:solidFill>
              </a:rPr>
              <a:t>• → Nền tảng để train &amp; đánh giá Uplift Model (T7+)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chóp vào giờ cao điểm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F1C"/>
                </a:solidFill>
              </a:rPr>
              <a:t>ITE = 2.0 (Base)  −  1.5 × is_airport  −  1.0 × is_rush_hour  +  1.0 × (1 − is_urban)  +  0.5 × is_rain_rider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Airport Business  →  ITE ≈ +0.5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ra sân bay bắt buộc phải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Voucher là tiền vứt qua cửa sổ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Regulars (Rush Hour)  →  ITE ≈ +1.0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Đi làm hàng ngày, dù không có mã vẫn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Cannibalization Effect cực cao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Rain Riders  →  ITE ≈ +1.5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Nhu cầu phát sinh từ thời tiết, không phải giá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Suburban Occasionals  →  ITE ≈ +3.0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ngoại ô, ít đi xe vì không có mã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Voucher thực sự kéo họ ra đường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Leisure  →  ITE ≈ +2.5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đi chơi cuối tuần, nhạy cảm với giá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ROI cao nhất trong toàn bộ chiến dịch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→ ĐÂY là nhóm mà Uplift Model cần tìm &amp; nhắm tới!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(Cột Vàng)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(không bao giờ tồn tại trong dữ liệu thực)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Cho phép ta chấm điểm Uplift Model một cách chính xác tuyệt đối bằng AUUC / Qini Curve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Đây là LỢI THẾ độc nhất của Synthetic Data so với dữ liệu ngoài đời thực!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Gài luật HTE vào Raw Features →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ML tự phát hiện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ROI 5 nhóm khớp với luật nhân quả đã lập trình → Validate DGP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Kiểm tra tính hợp lệ của phân bổ ngẫu nhiên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7+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Uplift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Train T-Learner / X-Learner, dùng true_ite để chứng minh độ chính xác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được lập trình chính xác để kiểm thử toàn bộ pipeline Data Science.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