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Airport Business  →  ITE ≈ +0.5</a:t>
            </a:r>
          </a:p>
          <a:p>
            <a:r>
              <a:t>  - Khách ra sân bay bắt buộc phải đi</a:t>
            </a:r>
          </a:p>
          <a:p>
            <a:r>
              <a:t>  - Voucher là tiền vứt qua cửa sổ</a:t>
            </a:r>
          </a:p>
          <a:p>
            <a:r>
              <a:t>• Urban Regulars (Rush Hour)  →  ITE ≈ +1.0</a:t>
            </a:r>
          </a:p>
          <a:p>
            <a:r>
              <a:t>  - Đi làm hàng ngày, dù không có mã vẫn đi</a:t>
            </a:r>
          </a:p>
          <a:p>
            <a:r>
              <a:t>  - Cannibalization Effect cực cao</a:t>
            </a:r>
          </a:p>
          <a:p>
            <a:r>
              <a:t>• Rain Riders  →  ITE ≈ +1.5</a:t>
            </a:r>
          </a:p>
          <a:p>
            <a:r>
              <a:t>  - Nhu cầu phát sinh từ thời tiết, không phải giá</a:t>
            </a:r>
          </a:p>
          <a:p>
            <a: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Suburban Card  →  ITE ≈ +3.0</a:t>
            </a:r>
          </a:p>
          <a:p>
            <a:r>
              <a:t>  - Khách ngoại ô, ít đi xe vì không có mã</a:t>
            </a:r>
          </a:p>
          <a:p>
            <a:r>
              <a:t>  - Voucher thực sự kéo họ ra đường</a:t>
            </a:r>
          </a:p>
          <a:p>
            <a:r>
              <a:t>• Suburban Cash  →  ITE ≈ +2.5</a:t>
            </a:r>
          </a:p>
          <a:p>
            <a:r>
              <a:t>  - Khách đi chơi cuối tuần, nhạy cảm với giá</a:t>
            </a:r>
          </a:p>
          <a:p>
            <a:r>
              <a:t>  - ROI dương trong kết quả A/B Test</a:t>
            </a:r>
          </a:p>
          <a:p>
            <a: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