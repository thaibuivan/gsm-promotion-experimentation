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BÁO CÁO TUẦN 7: UPLIFT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Tối ưu hóa Lợi nhuận bằng Causal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Tại sao cần Uplift Modeling?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Giải bài toán Ăn thịt Doanh 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Hiệu ứng Cannibalization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Khách hàng "Sure Things" đằng nào cũng mua.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cho nhóm này là ném tiền qua cửa sổ.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Uplift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Dự đoán CATE cho TỪNG người.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Tìm ra nhóm "Persuadables" - Chỉ mua khi có mã.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Thiết kế &amp; Phân phối 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đa dạng trong tác động của Voucher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T-Learner (XGBoost)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Two-Model Approach để tìm CATE.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Early Stopping chống Overfitting.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Biểu đồ Phân phối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bên phải cho thấy tác động của Voucher có tính phân hóa rất rõ ràng ở từng Users.</a:t>
            </a:r>
          </a:p>
        </p:txBody>
      </p:sp>
      <p:pic>
        <p:nvPicPr>
          <p:cNvPr id="19" name="Picture 18" descr="week7_uplift_model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72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Mô hình (Qini Curve)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hình vượt trội so với Random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Đường cong Qini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đo lường mức độ gia tăng chuyến đi lũy kế.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Đường màu xanh vồng lên vượt trội so với đường chéo (Random).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Kết luận Đánh giá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Mô hình T-Learner hoàn toàn có khả năng xếp hạng (Ranking) độ nhạy cảm của khách.</a:t>
            </a:r>
          </a:p>
        </p:txBody>
      </p:sp>
      <p:pic>
        <p:nvPicPr>
          <p:cNvPr id="19" name="Picture 18" descr="week7_uplift_model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427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Chuyển hóa Mô hình thành Tiền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Action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Quyết định phát mã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Mô hình cắt lọc và tính toán ra Lợi nhuận kỳ vọng.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phát Voucher cho nhóm có Expected Profit &gt; 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Tỷ lệ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tỷ lệ cắt giảm đáng kể số lượng Voucher không hiệu quả.</a:t>
            </a:r>
          </a:p>
        </p:txBody>
      </p:sp>
      <p:pic>
        <p:nvPicPr>
          <p:cNvPr id="19" name="Picture 18" descr="week7_uplift_model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5591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Ngưỡng Hòa Vốn (Break-even)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Điểm sinh lời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Công thức Hòa Vốn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Chi phí Voucher: 15k, Lãi gộp: 20k.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CATE sinh lời = 15k / 20k = 0.75 chuyến.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Sự thật tàn nhẫn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Toàn bộ tập Urban Cash không có ai đạt mức CATE &gt; 0.75.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Đề xuất Hành động (Decision)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Hướng đi tiếp theo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1. DỪNG CHIẾN DỊCH URBAN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Dừng phát mã cho nhóm Urban Cash để bảo toàn vốn.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2. GATEKEEPER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Dùng T-Learner làm màng lọc CATE &gt; 0.75 cho mọi campaign tương lai.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3. DỊCH CHUYỂN NGÂN SÁCH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Tái phân bổ ngân sách sang nhóm Suburban tiềm năng hơn.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