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4: A/B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Nền tảng Thống kê &amp; Phân tích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Nền tảng Thống kê (Frequentist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Kiểm định Giả thuyết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Giả thuyết Không (H0)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Giả định rằng Voucher không tạo ra sự khác biệt nào giữa 2 nhóm (Tác động = 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Đại diện cho xác suất thu được chênh lệch do ngẫu nhiên.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Ngưỡng Alpha = 0.05 là tiêu chuẩn để bác bỏ H0.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Hai Tiêu chí Đánh giá Độc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vs OEC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Sanity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tra độ cân bằng hệ thống (Sample Ratio, Covariates).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&gt; 0.05 (Không bác bỏ H0) để chứng minh hệ thống không bị lệch.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OEC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Đo lường tác động lên chỉ số cốt lõi (Incremental Rides).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&lt; 0.05 (Bác bỏ H0) để chứng minh Voucher có hiệu quả.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Đánh giá Tác động Ban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Chênh lệch giữa Control và Treatment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Quan sát trực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Biểu đồ cho thấy nhóm được nhận khuyến mãi (Treatment) có sự dịch chuyển tích cực về tần suất đặt xe.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Khẳng định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Bằng chứng ban đầu xác nhận Voucher thực sự tạo ra Tác động Nhân quả (Causal Effect).</a:t>
            </a:r>
          </a:p>
        </p:txBody>
      </p:sp>
      <p:pic>
        <p:nvPicPr>
          <p:cNvPr id="19" name="Picture 18" descr="week4_ab_testin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272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Phân tích Hồi quy Tuyến tính (OLS)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Đo lường Net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Kiểm soát Covariates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Hồi quy OLS cho phép cô lập tác động của Voucher khỏi các biến nhiễu ngoại cảnh (Thời tiết, Vị trí).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Tác động Ròng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Chỉ số Uplift đo lường được là chính xác tuyệt đối, loại bỏ sự may mắn ngẫu nhiên.</a:t>
            </a:r>
          </a:p>
        </p:txBody>
      </p:sp>
      <p:pic>
        <p:nvPicPr>
          <p:cNvPr id="19" name="Picture 18" descr="week4_ab_test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343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5. Khám phá Tác động Dị thể (HTE)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Causal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Heterogeneous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Tác động của Voucher không phân bổ đều. Sẽ có nhóm cực kỳ nhạy cảm và nhóm hoàn toàn thờ 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Cây Quyết định Nhân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Thuật toán tự động tìm ra các nhánh (Segments) có CATE (Conditional ATE) cao nhất để nhắm mục tiêu.</a:t>
            </a:r>
          </a:p>
        </p:txBody>
      </p:sp>
      <p:pic>
        <p:nvPicPr>
          <p:cNvPr id="19" name="Picture 18" descr="week4_ab_test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402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