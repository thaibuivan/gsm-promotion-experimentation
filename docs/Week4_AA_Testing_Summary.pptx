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BÁO CÁO TUẦN 5: A/A TESTING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800">
                <a:solidFill>
                  <a:srgbClr val="38BDF8"/>
                </a:solidFill>
                <a:latin typeface="Segoe UI"/>
              </a:defRPr>
            </a:pPr>
            <a:r>
              <a:t>Kiểm định Độ tin cậy &amp; Trustworthiness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1. Tầm quan trọng của A/A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Sanity Check Cốt lõi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01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Môi trường Giả dược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Chạy thử nghiệm trên 2 nhóm hoàn toàn giống nhau (Không nhóm nào nhận Voucher).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Nhiệm vụ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Kiểm chứng Engine phân bổ ngẫu nhiên (Randomization) hoạt động hoàn hảo, không tạo ra sự chênh lệch 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2. Kiểm tra Covariate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Sự cân bằng của các Đặc tính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02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Phân phối Đồng đều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Các đặc tính (Tuổi, Giới tính, Khu vực, Lịch sử) giữa 2 nhóm A/A gần như trùng khớp hoàn toàn.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Đánh giá SRM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Segoe UI"/>
              </a:defRPr>
            </a:pPr>
            <a:r>
              <a:t>• Hệ thống vượt qua kiểm định Sample Ratio Mismatch, tỷ lệ chia luôn duy trì ở mức 50.0/50.0.</a:t>
            </a:r>
          </a:p>
        </p:txBody>
      </p:sp>
      <p:pic>
        <p:nvPicPr>
          <p:cNvPr id="19" name="Picture 18" descr="week5_aa_testin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7330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3. Kháng lỗi Dương tính giả (False Positives)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Mô phỏng Monte Carlo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03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t>5.000 Vòng lặp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Thực hiện chạy A/A Test ngẫu nhiên 5.000 lần để kiểm tra độ ổn định của hệ thống.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Tỷ lệ False Positive 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Tỷ lệ hệ thống kết luận nhầm "Có khác biệt" duy trì ở mức ~4.80% (Sát với ngưỡng lý tưởng 5%).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4. Tiêu chuẩn Trust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t>Kết luận Độ tin cậy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t>04 /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t>P-value Uniformity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Giá trị P-value trải dài đều đặn (Uniform Distribution), chứng tỏ hệ thống đo lường không bị lệch (Bias).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t>Green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  <a:latin typeface="Segoe UI"/>
              </a:defRPr>
            </a:pPr>
            <a:r>
              <a:t>• Nền tảng đạt chuẩn quốc tế, hoàn toàn đủ tin cậy để triển khai các chiến dịch A/B Test tốn hàng tỷ đồng.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