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>
                <a:solidFill>
                  <a:srgbClr val="FFFFFF"/>
                </a:solidFill>
              </a:rPr>
              <a:t>BÁO CÁO TUẦN 6: STRESS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>
                <a:solidFill>
                  <a:srgbClr val="FFFFFF"/>
                </a:solidFill>
              </a:rPr>
              <a:t>Robustness Check cho Synthetic Experimentation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1. Tổng quan Stress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Mục tiêu và Phương pháp tiếp cận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01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Mục tiêu Kiểm định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FFFFFF"/>
                </a:solidFill>
              </a:rPr>
              <a:t>• Kiểm tra measurement framework dưới các synthetic stress scenarios.</a:t>
            </a:r>
          </a:p>
          <a:p>
            <a:r>
              <a:rPr lang="vi-VN">
                <a:solidFill>
                  <a:srgbClr val="FFFFFF"/>
                </a:solidFill>
              </a:rPr>
              <a:t>• Mỗi scenario tái gán treatment, dựng Y từ Y0/Y1 và dùng OLS HC1.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Bốn test: sample-size scale-up, A/A null, 10/90 imbalance và mean-zero noise.</a:t>
            </a:r>
          </a:p>
          <a:p>
            <a:r>
              <a:rPr lang="en-US">
                <a:solidFill>
                  <a:srgbClr val="FFFFFF"/>
                </a:solidFill>
              </a:rPr>
              <a:t>• Theo dõi bias, estimator SD, HC1 SE và coverage.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2. Bài test 1: Độ Hội Tụ (Scalability)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Đánh giá sự ổn định khi tăng quy mô mẫu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02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1.000-100.000 observations; 100 lần lặp mỗi mức.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Trên 20.000 dùng bootstrap từ synthetic population.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Mean ATE bám finite-population benchmark 0,931.</a:t>
            </a:r>
          </a:p>
          <a:p>
            <a:r>
              <a:rPr lang="en-US">
                <a:solidFill>
                  <a:srgbClr val="FFFFFF"/>
                </a:solidFill>
              </a:rPr>
              <a:t>• Estimator SD giảm từ 0,421 (n=1.000) xuống 0,044 (n=100.000).</a:t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21" name="Stress Test - Sample Size Scale-up" descr="Biểu đồ nguồn: notebook và report trong repository">
            <a:extLst>
              <a:ext uri="{FF2B5EF4-FFF2-40B4-BE49-F238E27FC236}">
                <a16:creationId xmlns:a16="http://schemas.microsoft.com/office/drawing/2014/main" id="{FC454EBA-34CF-7D3D-7AD2-591AAB451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3533"/>
            <a:ext cx="4206240" cy="25147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3. Bài test 2: A/A Test (Giả dược)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Kiểm định tỷ lệ Dương tính giả (False Positives)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03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True Effect = 0; treatment/control 50/50.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5.000 runs, 2.000 observations/run.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FPR = 5,04% tại alpha 5%.</a:t>
            </a:r>
          </a:p>
          <a:p>
            <a:r>
              <a:rPr lang="en-US">
                <a:solidFill>
                  <a:srgbClr val="FFFFFF"/>
                </a:solidFill>
              </a:rPr>
              <a:t>• Khoảng tin cậy nhị thức 95%: [4,45%; 5,68%].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Đánh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Mean estimated ATE = -0,0013 chuyến.</a:t>
            </a:r>
          </a:p>
          <a:p>
            <a:r>
              <a:rPr lang="en-US">
                <a:solidFill>
                  <a:srgbClr val="FFFFFF"/>
                </a:solidFill>
              </a:rPr>
              <a:t>• FPR gần mức thiết kế; không phải bằng chứng production.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813453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4. Stress Test #3 - Tỷ lệ 10/90 làm tăng độ bất định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79291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So sánh thiết kế 50/50 và 10/90 trên cùng synthetic population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04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vi-VN">
                <a:solidFill>
                  <a:srgbClr val="FFFFFF"/>
                </a:solidFill>
              </a:rPr>
              <a:t>• 300 runs/design; n = 20.000.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vi-VN">
                <a:solidFill>
                  <a:srgbClr val="FFFFFF"/>
                </a:solidFill>
              </a:rPr>
              <a:t>• Treatment được gán lại trước khi dựng outcome từ Y0/Y1.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Estimator SD: 0,093 -&gt; 0,157 (+69%).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• Mean HC1 SE: 0,095 -&gt; 0,162 (+70%).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Đánh giá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FFFFFF"/>
                </a:solidFill>
              </a:rPr>
              <a:t>• Bias vẫn gần 0 trong randomized setting.</a:t>
            </a:r>
          </a:p>
          <a:p>
            <a:r>
              <a:rPr lang="vi-VN">
                <a:solidFill>
                  <a:srgbClr val="FFFFFF"/>
                </a:solidFill>
              </a:rPr>
              <a:t>• 10/90 làm power thấp hơn; cần sample-size planning.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94858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5. Stress Test #4 - Noise làm tăng nhẹ độ bất định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533735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rPr lang="en-US">
                <a:solidFill>
                  <a:srgbClr val="FFFFFF"/>
                </a:solidFill>
              </a:rPr>
              <a:t>Cộng Gaussian noise SD=1 trên cùng sample và treatment assignment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05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Thiết lập Kịch bản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>
                <a:solidFill>
                  <a:srgbClr val="FFFFFF"/>
                </a:solidFill>
              </a:rPr>
              <a:t>• 300 runs; n = 20.000; treatment/control 50/50.</a:t>
            </a:r>
          </a:p>
          <a:p>
            <a:r>
              <a:rPr lang="pt-BR">
                <a:solidFill>
                  <a:srgbClr val="FFFFFF"/>
                </a:solidFill>
              </a:rPr>
              <a:t>• Cộng N(0,1) vào outcome quan sát.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Kết quả Đo lường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Mean ATE giữ ở 0,929.</a:t>
            </a:r>
          </a:p>
          <a:p>
            <a:r>
              <a:rPr lang="en-US">
                <a:solidFill>
                  <a:srgbClr val="FFFFFF"/>
                </a:solidFill>
              </a:rPr>
              <a:t>• Estimator SD tăng nhẹ: 0,091 -&gt; 0,092.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Cơ sở Toán học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FFFFFF"/>
                </a:solidFill>
              </a:rPr>
              <a:t>• Mean-zero noise không tạo directional bias theo kỳ vọng.</a:t>
            </a:r>
          </a:p>
          <a:p>
            <a:r>
              <a:rPr lang="vi-VN">
                <a:solidFill>
                  <a:srgbClr val="FFFFFF"/>
                </a:solidFill>
              </a:rPr>
              <a:t>• Chưa đại diện cho systematic shocks hay distribution shift.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6. Tổng kết Robustness &amp; Next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Synthetic checks trước khi chuyển sang real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06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Đánh giá Tính vững (Robustness)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• Không thấy directional bias đáng kể trong bốn tested scenarios.</a:t>
            </a:r>
          </a:p>
          <a:p>
            <a:r>
              <a:rPr lang="en-US">
                <a:solidFill>
                  <a:srgbClr val="FFFFFF"/>
                </a:solidFill>
              </a:rPr>
              <a:t>• 10/90 làm uncertainty tăng rõ; noise SD=1 chỉ tăng nhẹ.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rPr>
                <a:solidFill>
                  <a:srgbClr val="FFFFFF"/>
                </a:solidFill>
              </a:rPr>
              <a:t>Khuyến nghị Triển khai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>
                <a:solidFill>
                  <a:srgbClr val="FFFFFF"/>
                </a:solidFill>
              </a:rPr>
              <a:t>• Chưa kiểm tra logging failure, non-compliance, interference hay drift.</a:t>
            </a:r>
          </a:p>
          <a:p>
            <a:r>
              <a:rPr lang="vi-VN">
                <a:solidFill>
                  <a:srgbClr val="FFFFFF"/>
                </a:solidFill>
              </a:rPr>
              <a:t>• Bước tiếp theo: experiment contract và randomized pilot.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674</Words>
  <Application>Microsoft Office PowerPoint</Application>
  <PresentationFormat>On-screen Show (4:3)</PresentationFormat>
  <Paragraphs>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Bui Van Thai</cp:lastModifiedBy>
  <cp:revision>4</cp:revision>
  <dcterms:created xsi:type="dcterms:W3CDTF">2013-01-27T09:14:16Z</dcterms:created>
  <dcterms:modified xsi:type="dcterms:W3CDTF">2026-08-20T03:54:34Z</dcterms:modified>
  <cp:category/>
</cp:coreProperties>
</file>