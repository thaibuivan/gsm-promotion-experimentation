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BÁO CÁO TUẦN 8: STRESS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Kiểm định Tính vững (Robustness Check) của Hệ thống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Tổng quan Stress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Mục tiêu và Phương pháp tiếp cận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Mục tiêu Kiểm định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tra độ tin cậy của mô hình Causal Inference trước khi triển khai thực tế.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Đảm bảo hệ thống không bị sai lệch bởi các yếu tố ngoại cảnh hoặc quy mô dữ liệu.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Phương pháp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Thực hiện 4 bài kiểm tra độc lập (Scalability, A/A Test, Imbalanced Ratio, Noise Injection).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Đo lường sự biến động của ATE và P-value trong từng kịch bản.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Bài test 1: Độ Hội Tụ (Scalability)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Đánh giá sự ổn định khi tăng quy mô mẫu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Thiết lập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Tăng dần kích thước mẫu (Sample Size) từ 10,000 lên hàng trăm ngàn quan sát.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Kết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Estimated ATE bám sát True ATE.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Khoảng tin cậy (95% CI) thu hẹp dần theo đúng định lý giới hạn trung tâm.</a:t>
            </a:r>
          </a:p>
        </p:txBody>
      </p:sp>
      <p:pic>
        <p:nvPicPr>
          <p:cNvPr id="19" name="Picture 18" descr="week8_stress_tes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7298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Bài test 2: A/A Test (Giả dược)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Kiểm định tỷ lệ Dương tính giả (False Positives)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Thiết lập Kịch bản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Giả lập tình huống Voucher không có bất kỳ tác động nào (True Effect = 0).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Chia ngẫu nhiên tập khách hàng làm 2 nhóm và so sánh.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Kết quả Đo lường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P-value duy trì ở mức &gt; 0.05.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Hệ thống kết luận chính xác không có sự khác biệt có ý nghĩa thống kê.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Đánh giá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Mô hình không bị "ảo giác" số liệu.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Loại trừ rủi ro phân bổ ngân sách sai lầm do lỗi nhiễu ngẫu nhiên.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Bài test 3: Tỷ lệ Lệch Mẫu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Đánh giá sức chịu đựng với kích thước mẫu nhỏ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Thiết lập Kịch bản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Giả định ngân sách giới hạn, buộc phải ép tỷ lệ chia mẫu Control/Treatment xuống mức 90/10.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Kết quả Đo lường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Phương sai (Variance) tăng do mẫu Treatment mỏng đi.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Tuy nhiên, giá trị ATE ước lượng vẫn xoay quanh ATE thực tế.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Đánh giá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Mô hình vẫn hoạt động ổn định ngay cả khi điều kiện thử nghiệm không lý tưởng (không thể chia 50/50).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Bài test 4: Kháng Nhiễu (Noise)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Kiểm tra độ vững trước tác động ngoại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Thiết lập Kịch bản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Tiêm nhiễu ngẫu nhiên (Gaussian Noise) vào biến mục tiêu (Số chuyến đi).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Mô phỏng tác động của các sự kiện bất thường (ví dụ: thời tiết xấu, lễ hội).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Kết quả Đo lường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Phân phối số chuyến đi bị biến dạng mạnh.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Tuy nhiên, chênh lệch ATE giữa 2 nhóm T và C gần như không thay đổi.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Cơ sở Toán học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Quá trình phân bổ ngẫu nhiên (Randomization) phân phối đều nhiễu lên cả 2 nhóm.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Khi tính toán ATE (T trừ C), lượng nhiễu này tự triệt tiêu.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6. Tổng kết &amp; Đề xuất Triển khai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Đánh giá mức độ sẵn sàng của hệ thống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06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Đánh giá Tính vững (Robustness)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Hệ thống đo lường Causal Inference duy trì tính chính xác qua cả 4 kịch bản Stress Test tiêu chuẩn.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Khuyến nghị Triển khai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Đạt tiêu chuẩn kỹ thuật để tích hợp vào Pipeline dữ liệu thực tế.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Sẵn sàng triển khai A/B Testing trên quy mô lớn.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