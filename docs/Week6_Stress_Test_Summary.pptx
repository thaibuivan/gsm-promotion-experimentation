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r>
              <a:rPr>
                <a:solidFill>
                  <a:srgbClr val="FFFFFF"/>
                </a:solidFill>
              </a:rPr>
              <a:t>BÁO CÁO TUẦN 6: STRESS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840480"/>
            <a:ext cx="1828800" cy="457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rPr>
                <a:solidFill>
                  <a:srgbClr val="FFFFFF"/>
                </a:solidFill>
              </a:rPr>
              <a:t>Robustness Check cho Synthetic Experimentation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1. Tổng quan Stress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Mục tiêu và Phương pháp tiếp cận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01 / 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Mục tiêu Kiểm định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Đánh giá robustness của causal measurement framework dưới synthetic stress scenarios.</a:t>
            </a:r>
          </a:p>
          <a:p>
            <a:r>
              <a:rPr>
                <a:solidFill>
                  <a:srgbClr val="FFFFFF"/>
                </a:solidFill>
              </a:rPr>
              <a:t>• Kiểm tra estimator có failure rõ ràng khi sample size, treatment ratio và noise thay đổi hay không.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800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Phương pháp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Thực hiện 4 bài kiểm tra: Scalability, A/A Test, Imbalanced Ratio, Noise Injection.</a:t>
            </a:r>
          </a:p>
          <a:p>
            <a:r>
              <a:rPr>
                <a:solidFill>
                  <a:srgbClr val="FFFFFF"/>
                </a:solidFill>
              </a:rPr>
              <a:t>• Theo dõi ATE estimate, uncertainty và false positive behavior trong từng kịch bản.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2. Bài test 1: Độ Hội Tụ (Scalability)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Đánh giá sự ổn định khi tăng quy mô mẫu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02 / 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463040"/>
            <a:ext cx="3840480" cy="224028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828800"/>
            <a:ext cx="356616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50876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Thiết lập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874520"/>
            <a:ext cx="3749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• Tăng dần kích thước mẫu (Sample Size) từ 10,000 lên hàng trăm ngàn quan sát.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0480"/>
            <a:ext cx="3840480" cy="224028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206240"/>
            <a:ext cx="356616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8620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Kết quả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51960"/>
            <a:ext cx="3749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Estimated ATE centered quanh synthetic benchmark trong các scenario đã kiểm tra.</a:t>
            </a:r>
          </a:p>
          <a:p>
            <a:r>
              <a:rPr>
                <a:solidFill>
                  <a:srgbClr val="FFFFFF"/>
                </a:solidFill>
              </a:rPr>
              <a:t>• Khoảng tin cậy 95% hẹp dần, phù hợp expected sampling behavior khi sample size tăng.</a:t>
            </a:r>
          </a:p>
        </p:txBody>
      </p:sp>
      <p:pic>
        <p:nvPicPr>
          <p:cNvPr id="19" name="Picture 18" descr="week8_stress_test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286000"/>
            <a:ext cx="4206240" cy="27298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3. Bài test 2: A/A Test (Giả dược)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Kiểm định tỷ lệ Dương tính giả (False Positives)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03 / 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268224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240792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259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800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Thiết lập Kịch bản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2590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• Giả lập tình huống Voucher không có bất kỳ tác động nào (True Effect = 0).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• Chia ngẫu nhiên tập khách hàng làm 2 nhóm và so sánh.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05200" y="1645920"/>
            <a:ext cx="268224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42360" y="2194560"/>
            <a:ext cx="240792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50920" y="1691640"/>
            <a:ext cx="259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Kết quả Đo lường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0920" y="2286000"/>
            <a:ext cx="2590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5,000 A/A simulations.</a:t>
            </a:r>
          </a:p>
          <a:p>
            <a:r>
              <a:rPr>
                <a:solidFill>
                  <a:srgbClr val="FFFFFF"/>
                </a:solidFill>
              </a:rPr>
              <a:t>• Empirical FPR ≈ 5.08%, gần mức alpha 5%.</a:t>
            </a:r>
          </a:p>
          <a:p>
            <a:r>
              <a:rPr>
                <a:solidFill>
                  <a:srgbClr val="FFFFFF"/>
                </a:solidFill>
              </a:rPr>
              <a:t>• Không phát hiện calibration issue đáng kể trong settings đã kiểm tra.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70320" y="1645920"/>
            <a:ext cx="268224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07480" y="2194560"/>
            <a:ext cx="240792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6040" y="1691640"/>
            <a:ext cx="259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Đánh giá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2286000"/>
            <a:ext cx="2590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A/A test giúp kiểm tra false positive behavior trước khi đọc A/B effect.</a:t>
            </a:r>
          </a:p>
          <a:p>
            <a:r>
              <a:rPr>
                <a:solidFill>
                  <a:srgbClr val="FFFFFF"/>
                </a:solidFill>
              </a:rPr>
              <a:t>• Kết quả chỉ xác nhận trong synthetic scenarios đã kiểm tra.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4. Bài test 3: Tỷ lệ Lệch Mẫu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Đánh giá sức chịu đựng với kích thước mẫu nhỏ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04 / 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268224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2407920" cy="36576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259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72B6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Thiết lập Kịch bản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2590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• Giả định ngân sách giới hạn, buộc phải ép tỷ lệ chia mẫu Control/Treatment xuống mức 90/10.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05200" y="1645920"/>
            <a:ext cx="268224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42360" y="2194560"/>
            <a:ext cx="240792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50920" y="1691640"/>
            <a:ext cx="259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800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Kết quả Đo lường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0920" y="2286000"/>
            <a:ext cx="2590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• Phương sai (Variance) tăng do mẫu Treatment mỏng đi.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• Tuy nhiên, giá trị ATE ước lượng vẫn xoay quanh ATE thực tế.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70320" y="1645920"/>
            <a:ext cx="268224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07480" y="2194560"/>
            <a:ext cx="240792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6040" y="1691640"/>
            <a:ext cx="259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Đánh giá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2286000"/>
            <a:ext cx="2590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ATE estimate vẫn centered quanh benchmark trong scenario đã kiểm tra, nhưng variance/CI tăng đáng kể.</a:t>
            </a:r>
          </a:p>
          <a:p>
            <a:r>
              <a:rPr>
                <a:solidFill>
                  <a:srgbClr val="FFFFFF"/>
                </a:solidFill>
              </a:rPr>
              <a:t>• Imbalanced design cần cân nhắc power và sample size.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5. Bài test 4: Kháng Nhiễu (Noise)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Kiểm tra độ vững trước tác động ngoại cảnh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05 / 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268224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240792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259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800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Thiết lập Kịch bản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2590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Tiêm mean-zero Gaussian noise vào outcome như simplified stress scenario.</a:t>
            </a:r>
          </a:p>
          <a:p>
            <a:r>
              <a:rPr>
                <a:solidFill>
                  <a:srgbClr val="FFFFFF"/>
                </a:solidFill>
              </a:rPr>
              <a:t>• Real-world shocks như thời tiết/lễ hội có thể là systematic factors.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05200" y="1645920"/>
            <a:ext cx="268224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42360" y="2194560"/>
            <a:ext cx="240792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50920" y="1691640"/>
            <a:ext cx="259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Kết quả Đo lường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0920" y="2286000"/>
            <a:ext cx="2590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Noise làm tăng biến động outcome.</a:t>
            </a:r>
          </a:p>
          <a:p>
            <a:r>
              <a:rPr>
                <a:solidFill>
                  <a:srgbClr val="FFFFFF"/>
                </a:solidFill>
              </a:rPr>
              <a:t>• ATE difference vẫn tương đối ổn trong scenario đã kiểm tra, nhưng uncertainty tăng.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70320" y="1645920"/>
            <a:ext cx="268224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07480" y="2194560"/>
            <a:ext cx="240792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6040" y="1691640"/>
            <a:ext cx="259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Cơ sở Toán học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2286000"/>
            <a:ext cx="2590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Với mean-zero noise độc lập với treatment, randomization giúp cân bằng noise theo kỳ vọng.</a:t>
            </a:r>
          </a:p>
          <a:p>
            <a:r>
              <a:rPr>
                <a:solidFill>
                  <a:srgbClr val="FFFFFF"/>
                </a:solidFill>
              </a:rPr>
              <a:t>• Noise không biến mất hoàn toàn; nó làm tăng variance và CI.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6. Tổng kết Robustness &amp; Next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Synthetic checks trước khi chuyển sang real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06 / 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Đánh giá Tính vững (Robustness)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Không phát hiện failure nghiêm trọng trong 4 synthetic stress scenarios đã kiểm tra.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Khuyến nghị Triển khai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Stress tests chưa bao phủ production risks như logging/exposure failure, interference và distribution shift.</a:t>
            </a:r>
          </a:p>
          <a:p>
            <a:r>
              <a:rPr>
                <a:solidFill>
                  <a:srgbClr val="FFFFFF"/>
                </a:solidFill>
              </a:rPr>
              <a:t>• Real-world use cần randomized production experiment và monitoring.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